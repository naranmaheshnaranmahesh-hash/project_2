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861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4" y="528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8782C-AF6A-4D6D-8A1D-E480B16D3C73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CE74E-C09C-434B-BE7B-7511043E2A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88283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8782C-AF6A-4D6D-8A1D-E480B16D3C73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CE74E-C09C-434B-BE7B-7511043E2A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0566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8782C-AF6A-4D6D-8A1D-E480B16D3C73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CE74E-C09C-434B-BE7B-7511043E2A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32985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8782C-AF6A-4D6D-8A1D-E480B16D3C73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CE74E-C09C-434B-BE7B-7511043E2A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49220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8782C-AF6A-4D6D-8A1D-E480B16D3C73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CE74E-C09C-434B-BE7B-7511043E2A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69257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8782C-AF6A-4D6D-8A1D-E480B16D3C73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CE74E-C09C-434B-BE7B-7511043E2A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90733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8782C-AF6A-4D6D-8A1D-E480B16D3C73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CE74E-C09C-434B-BE7B-7511043E2A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40157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8782C-AF6A-4D6D-8A1D-E480B16D3C73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CE74E-C09C-434B-BE7B-7511043E2A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0955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8782C-AF6A-4D6D-8A1D-E480B16D3C73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CE74E-C09C-434B-BE7B-7511043E2A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557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8782C-AF6A-4D6D-8A1D-E480B16D3C73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CE74E-C09C-434B-BE7B-7511043E2A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10091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8782C-AF6A-4D6D-8A1D-E480B16D3C73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CE74E-C09C-434B-BE7B-7511043E2A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70898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2">
                <a:lumMod val="0"/>
                <a:lumOff val="100000"/>
              </a:schemeClr>
            </a:gs>
            <a:gs pos="39000">
              <a:schemeClr val="accent2">
                <a:lumMod val="0"/>
                <a:lumOff val="100000"/>
                <a:alpha val="73000"/>
              </a:schemeClr>
            </a:gs>
            <a:gs pos="90000">
              <a:schemeClr val="accent2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B8782C-AF6A-4D6D-8A1D-E480B16D3C73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ECE74E-C09C-434B-BE7B-7511043E2A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64265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1200839" y="738129"/>
            <a:ext cx="10025349" cy="17626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 smtClean="0">
                <a:latin typeface="Algerian" panose="04020705040A02060702" pitchFamily="82" charset="0"/>
              </a:rPr>
              <a:t>HOUSE PRICE PREDICATION USING MACHINE LEARNING</a:t>
            </a:r>
            <a:endParaRPr lang="en-IN" sz="5400" b="1" dirty="0">
              <a:latin typeface="Algerian" panose="04020705040A02060702" pitchFamily="82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025348" y="5971142"/>
            <a:ext cx="21666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smtClean="0"/>
              <a:t>Name</a:t>
            </a:r>
            <a:r>
              <a:rPr lang="en-US" sz="1600" dirty="0" smtClean="0"/>
              <a:t>:N.Mahesh</a:t>
            </a:r>
          </a:p>
          <a:p>
            <a:r>
              <a:rPr lang="en-US" sz="1600" b="1" dirty="0" smtClean="0"/>
              <a:t>Course</a:t>
            </a:r>
            <a:r>
              <a:rPr lang="en-US" sz="1600" dirty="0" smtClean="0"/>
              <a:t>: Data scientist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8197698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06777" y="396607"/>
            <a:ext cx="2908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u="sng" dirty="0" smtClean="0">
                <a:latin typeface="Algerian" panose="04020705040A02060702" pitchFamily="82" charset="0"/>
              </a:rPr>
              <a:t>INTRODUCTION</a:t>
            </a:r>
            <a:endParaRPr lang="en-IN" sz="3200" b="1" u="sng" dirty="0">
              <a:latin typeface="Algerian" panose="04020705040A02060702" pitchFamily="82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6777" y="1079653"/>
            <a:ext cx="2776249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-&gt;Project Objective</a:t>
            </a:r>
          </a:p>
          <a:p>
            <a:endParaRPr lang="en-US" dirty="0" smtClean="0"/>
          </a:p>
          <a:p>
            <a:r>
              <a:rPr lang="en-US" dirty="0" smtClean="0"/>
              <a:t>-&gt;Tools&amp; Technologies Used</a:t>
            </a:r>
          </a:p>
          <a:p>
            <a:endParaRPr lang="en-US" dirty="0" smtClean="0"/>
          </a:p>
          <a:p>
            <a:r>
              <a:rPr lang="en-US" dirty="0" smtClean="0"/>
              <a:t>-&gt;Problem Statement</a:t>
            </a:r>
          </a:p>
          <a:p>
            <a:endParaRPr lang="en-US" dirty="0" smtClean="0"/>
          </a:p>
          <a:p>
            <a:r>
              <a:rPr lang="en-US" dirty="0" smtClean="0"/>
              <a:t>-&gt;Data Description</a:t>
            </a:r>
          </a:p>
          <a:p>
            <a:endParaRPr lang="en-US" dirty="0" smtClean="0"/>
          </a:p>
          <a:p>
            <a:r>
              <a:rPr lang="en-US" dirty="0" smtClean="0"/>
              <a:t>-&gt; Data Preprocessing</a:t>
            </a:r>
          </a:p>
          <a:p>
            <a:endParaRPr lang="en-US" dirty="0" smtClean="0"/>
          </a:p>
          <a:p>
            <a:r>
              <a:rPr lang="en-US" dirty="0" smtClean="0"/>
              <a:t>-&gt;Data Visualization</a:t>
            </a:r>
          </a:p>
          <a:p>
            <a:endParaRPr lang="en-US" dirty="0" smtClean="0"/>
          </a:p>
          <a:p>
            <a:r>
              <a:rPr lang="en-US" dirty="0" smtClean="0"/>
              <a:t>-&gt;Model Used</a:t>
            </a:r>
          </a:p>
          <a:p>
            <a:endParaRPr lang="en-US" dirty="0" smtClean="0"/>
          </a:p>
          <a:p>
            <a:r>
              <a:rPr lang="en-US" dirty="0" smtClean="0"/>
              <a:t>-&gt;Train test –Split</a:t>
            </a:r>
          </a:p>
          <a:p>
            <a:endParaRPr lang="en-US" dirty="0" smtClean="0"/>
          </a:p>
          <a:p>
            <a:r>
              <a:rPr lang="en-US" dirty="0" smtClean="0"/>
              <a:t>-&gt;Results and Prediction</a:t>
            </a:r>
          </a:p>
          <a:p>
            <a:endParaRPr lang="en-US" dirty="0" smtClean="0"/>
          </a:p>
          <a:p>
            <a:r>
              <a:rPr lang="en-US" dirty="0" smtClean="0"/>
              <a:t>-&gt;Conclusion</a:t>
            </a:r>
            <a:endParaRPr lang="en-IN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420091"/>
            <a:ext cx="5059723" cy="257001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2971428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97456" y="1003416"/>
            <a:ext cx="749147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endParaRPr lang="en-US" b="1" dirty="0" smtClean="0">
              <a:latin typeface="Algerian" panose="04020705040A02060702" pitchFamily="82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/>
              <a:t>House price prediction helps buyers and sellers estimate property value.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/>
              <a:t>It uses historical data and machine learning algorithms.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/>
              <a:t>The model analyzes features like area, bedrooms, location, and age.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/>
              <a:t>This project aims to build a model that predicts house prices accurately</a:t>
            </a:r>
          </a:p>
          <a:p>
            <a:endParaRPr lang="en-IN" dirty="0"/>
          </a:p>
        </p:txBody>
      </p:sp>
      <p:sp>
        <p:nvSpPr>
          <p:cNvPr id="5" name="TextBox 4"/>
          <p:cNvSpPr txBox="1"/>
          <p:nvPr/>
        </p:nvSpPr>
        <p:spPr>
          <a:xfrm>
            <a:off x="385590" y="418641"/>
            <a:ext cx="45389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u="sng" dirty="0" smtClean="0">
                <a:latin typeface="Algerian" panose="04020705040A02060702" pitchFamily="82" charset="0"/>
              </a:rPr>
              <a:t>PROJECT OBJECTIVE</a:t>
            </a:r>
            <a:endParaRPr lang="en-IN" sz="3200" b="1" u="sng" dirty="0">
              <a:latin typeface="Algerian" panose="04020705040A02060702" pitchFamily="82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7522" y="2826183"/>
            <a:ext cx="4505490" cy="2807999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  <a:reflection blurRad="6350" stA="50000" endA="300" endPos="5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9489400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9490" y="446351"/>
            <a:ext cx="56057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u="sng" dirty="0" smtClean="0">
                <a:latin typeface="Algerian" panose="04020705040A02060702" pitchFamily="82" charset="0"/>
              </a:rPr>
              <a:t>TOOLS &amp;TECHNOLOGY USED</a:t>
            </a:r>
            <a:endParaRPr lang="en-IN" sz="3200" b="1" u="sng" dirty="0">
              <a:latin typeface="Algerian" panose="04020705040A02060702" pitchFamily="82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19490" y="1173019"/>
            <a:ext cx="745841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/>
              <a:t>In this project,I used the Python programming language along with libraries like Pandas, Numpy, Scikit-learn, and Matplotlib</a:t>
            </a:r>
            <a:r>
              <a:rPr lang="en-IN" dirty="0" smtClean="0"/>
              <a:t>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/>
              <a:t>The main objective of this project is to predict house prices based on different features such as area, number of bedrooms, location and age of the house.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/>
              <a:t>This project helps in understanding how machine learning models can be used to analyze real estate data and make accurate price predication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2838" y="430552"/>
            <a:ext cx="1459490" cy="145949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5793" y="446351"/>
            <a:ext cx="1443691" cy="1443691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6725" y="2226876"/>
            <a:ext cx="1812759" cy="977468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2838" y="2226876"/>
            <a:ext cx="1459490" cy="1459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31907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8936" y="428018"/>
            <a:ext cx="49876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u="sng" dirty="0" smtClean="0">
                <a:latin typeface="Algerian" panose="04020705040A02060702" pitchFamily="82" charset="0"/>
              </a:rPr>
              <a:t>PROBLEM STATEMENT</a:t>
            </a:r>
            <a:endParaRPr lang="en-IN" sz="3200" b="1" u="sng" dirty="0">
              <a:latin typeface="Algerian" panose="04020705040A02060702" pitchFamily="82" charset="0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-184666"/>
            <a:ext cx="32893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5" name="Rectangle 4"/>
          <p:cNvSpPr/>
          <p:nvPr/>
        </p:nvSpPr>
        <p:spPr>
          <a:xfrm>
            <a:off x="328936" y="1256144"/>
            <a:ext cx="1049608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Arial" panose="020B0604020202020204" pitchFamily="34" charset="0"/>
              </a:rPr>
              <a:t>Real estate prices vary based on many factors.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Arial" panose="020B0604020202020204" pitchFamily="34" charset="0"/>
              </a:rPr>
              <a:t>It is difficult to estimate the correct price manually.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dirty="0" smtClean="0">
                <a:latin typeface="Arial" panose="020B0604020202020204" pitchFamily="34" charset="0"/>
              </a:rPr>
              <a:t>The goal is to create a model that predicts house prices using data</a:t>
            </a:r>
            <a:endParaRPr lang="en-IN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4312" y="2622117"/>
            <a:ext cx="4248732" cy="2827338"/>
          </a:xfrm>
          <a:prstGeom prst="rect">
            <a:avLst/>
          </a:prstGeom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9760319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4800" y="415636"/>
            <a:ext cx="48306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u="sng" dirty="0" smtClean="0">
                <a:latin typeface="Algerian" panose="04020705040A02060702" pitchFamily="82" charset="0"/>
              </a:rPr>
              <a:t>DATA DESCRIPTION</a:t>
            </a:r>
            <a:endParaRPr lang="en-IN" sz="3200" b="1" u="sng" dirty="0">
              <a:latin typeface="Algerian" panose="04020705040A02060702" pitchFamily="82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11200" y="187498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304800" y="1193992"/>
            <a:ext cx="3454401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data contains information about houses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Important features include: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Area (square feet)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Number of bedrooms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Location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Age of the property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Target variable: </a:t>
            </a: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House Price</a:t>
            </a: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7622" y="1154423"/>
            <a:ext cx="8017552" cy="443351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596802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95564" y="378691"/>
            <a:ext cx="51826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u="sng" dirty="0" smtClean="0">
                <a:latin typeface="Algerian" panose="04020705040A02060702" pitchFamily="82" charset="0"/>
              </a:rPr>
              <a:t>DATA PREPROCESSING</a:t>
            </a:r>
            <a:endParaRPr lang="en-IN" sz="3200" b="1" u="sng" dirty="0">
              <a:latin typeface="Algerian" panose="04020705040A02060702" pitchFamily="82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766291" y="453967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6096000" y="1943544"/>
            <a:ext cx="4775200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Removed duplicate values from the dataset.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Handled missing values.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Converted categorical data if required.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Prepared clean data for model training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4846" y="1508846"/>
            <a:ext cx="2219325" cy="206692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4373463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0908" y="341746"/>
            <a:ext cx="5100621" cy="5940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u="sng" dirty="0" smtClean="0">
                <a:latin typeface="Algerian" panose="04020705040A02060702" pitchFamily="82" charset="0"/>
              </a:rPr>
              <a:t>DATA VISUALIZATION</a:t>
            </a:r>
            <a:endParaRPr lang="en-IN" sz="3200" b="1" u="sng" dirty="0">
              <a:latin typeface="Algerian" panose="04020705040A02060702" pitchFamily="82" charset="0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230907" y="1422553"/>
            <a:ext cx="6964219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Visualized data using graphs.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Used histograms and bar charts to understand price distribution.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Observed the relationship between house features and price. 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907" y="2726273"/>
            <a:ext cx="3480940" cy="207491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5806" y="2726273"/>
            <a:ext cx="2947725" cy="207491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6477" y="2698300"/>
            <a:ext cx="3129877" cy="2102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98467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0146" y="332510"/>
            <a:ext cx="4197062" cy="5940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u="sng" dirty="0" smtClean="0">
                <a:latin typeface="Algerian" panose="04020705040A02060702" pitchFamily="82" charset="0"/>
              </a:rPr>
              <a:t>MODULE USED</a:t>
            </a:r>
            <a:endParaRPr lang="en-IN" sz="3200" b="1" u="sng" dirty="0">
              <a:latin typeface="Algerian" panose="04020705040A02060702" pitchFamily="82" charset="0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2530764" y="4672770"/>
            <a:ext cx="12155054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Used </a:t>
            </a: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Linear Regression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algorithm.</a:t>
            </a:r>
          </a:p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predicts values based on the relationship between variables.</a:t>
            </a:r>
          </a:p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model learns patterns from historical data.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9885" y="926522"/>
            <a:ext cx="4725933" cy="341035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075892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03201" y="304801"/>
            <a:ext cx="45740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u="sng" dirty="0" smtClean="0">
                <a:latin typeface="Algerian" panose="04020705040A02060702" pitchFamily="82" charset="0"/>
              </a:rPr>
              <a:t>TRAIN TEST-SPLIT</a:t>
            </a:r>
            <a:endParaRPr lang="en-IN" sz="3200" b="1" u="sng" dirty="0">
              <a:latin typeface="Algerian" panose="04020705040A02060702" pitchFamily="82" charset="0"/>
            </a:endParaRP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01601" y="1683571"/>
            <a:ext cx="8248074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dataset was divided into two parts: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Training Data (80%)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Used to train the model.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Testing Data (20%)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Used to evaluate the model.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helps measure the model’s performance.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0124" y="2883900"/>
            <a:ext cx="2857500" cy="1600200"/>
          </a:xfrm>
          <a:prstGeom prst="rect">
            <a:avLst/>
          </a:prstGeom>
          <a:effectLst>
            <a:reflection blurRad="6350" stA="52000" endA="300" endPos="35000" dir="5400000" sy="-100000" algn="bl" rotWithShape="0"/>
          </a:effectLst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7697" y="2444018"/>
            <a:ext cx="2949285" cy="2211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8229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7782" y="304800"/>
            <a:ext cx="62811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u="sng" dirty="0" smtClean="0">
                <a:latin typeface="Algerian" panose="04020705040A02060702" pitchFamily="82" charset="0"/>
              </a:rPr>
              <a:t>RESULT AND PREDICATION</a:t>
            </a:r>
            <a:endParaRPr lang="en-IN" sz="3200" b="1" u="sng" dirty="0">
              <a:latin typeface="Algerian" panose="04020705040A02060702" pitchFamily="82" charset="0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147782" y="1138496"/>
            <a:ext cx="8331200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trained model predicts house prices based on input features.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 performance was evaluated using testing data.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results show that the model can estimate house prices reasonably well.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3382" y="2449292"/>
            <a:ext cx="3455322" cy="2852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10646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0073" y="314036"/>
            <a:ext cx="25516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u="sng" dirty="0" smtClean="0">
                <a:latin typeface="Algerian" panose="04020705040A02060702" pitchFamily="82" charset="0"/>
              </a:rPr>
              <a:t>CONCLUSION</a:t>
            </a:r>
            <a:endParaRPr lang="en-IN" sz="3200" b="1" u="sng" dirty="0">
              <a:latin typeface="Algerian" panose="04020705040A02060702" pitchFamily="82" charset="0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120073" y="1239295"/>
            <a:ext cx="5209309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Built a machine learning model for house price prediction.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Used Python and Linear Regression for analysis.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model helps estimate property prices efficiently.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 future, more features and advanced algorithms can improve accuracy.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2609" y="1239295"/>
            <a:ext cx="4427682" cy="247950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</p:pic>
    </p:spTree>
    <p:extLst>
      <p:ext uri="{BB962C8B-B14F-4D97-AF65-F5344CB8AC3E}">
        <p14:creationId xmlns:p14="http://schemas.microsoft.com/office/powerpoint/2010/main" val="3777436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</TotalTime>
  <Words>428</Words>
  <Application>Microsoft Office PowerPoint</Application>
  <PresentationFormat>Widescreen</PresentationFormat>
  <Paragraphs>73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Algerian</vt:lpstr>
      <vt:lpstr>Arial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pc</dc:creator>
  <cp:lastModifiedBy>pc</cp:lastModifiedBy>
  <cp:revision>15</cp:revision>
  <dcterms:created xsi:type="dcterms:W3CDTF">2026-03-10T05:49:01Z</dcterms:created>
  <dcterms:modified xsi:type="dcterms:W3CDTF">2026-03-10T07:56:18Z</dcterms:modified>
</cp:coreProperties>
</file>